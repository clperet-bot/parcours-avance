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</p:sldIdLst>
  <p:sldSz cx="6858000" cy="9906000" type="A4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64FBFD-E45B-4D96-A515-134AF0C167BA}" v="1" dt="2026-08-26T11:27:52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27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emence Peret" userId="ac83f32d-7c31-4e6d-82c8-e69e1cf9481f" providerId="ADAL" clId="{2FCBD885-BAF9-4C40-9445-01537FF74556}"/>
    <pc:docChg chg="custSel addSld delSld modSld">
      <pc:chgData name="Clemence Peret" userId="ac83f32d-7c31-4e6d-82c8-e69e1cf9481f" providerId="ADAL" clId="{2FCBD885-BAF9-4C40-9445-01537FF74556}" dt="2026-08-26T11:48:04.694" v="64" actId="931"/>
      <pc:docMkLst>
        <pc:docMk/>
      </pc:docMkLst>
      <pc:sldChg chg="addSp delSp modSp new mod">
        <pc:chgData name="Clemence Peret" userId="ac83f32d-7c31-4e6d-82c8-e69e1cf9481f" providerId="ADAL" clId="{2FCBD885-BAF9-4C40-9445-01537FF74556}" dt="2026-08-26T11:48:04.694" v="64" actId="931"/>
        <pc:sldMkLst>
          <pc:docMk/>
          <pc:sldMk cId="3031437941" sldId="268"/>
        </pc:sldMkLst>
        <pc:spChg chg="del">
          <ac:chgData name="Clemence Peret" userId="ac83f32d-7c31-4e6d-82c8-e69e1cf9481f" providerId="ADAL" clId="{2FCBD885-BAF9-4C40-9445-01537FF74556}" dt="2026-08-26T11:27:44.289" v="6" actId="478"/>
          <ac:spMkLst>
            <pc:docMk/>
            <pc:sldMk cId="3031437941" sldId="268"/>
            <ac:spMk id="2" creationId="{44D39811-F469-50AA-97E0-B59655A19299}"/>
          </ac:spMkLst>
        </pc:spChg>
        <pc:spChg chg="del">
          <ac:chgData name="Clemence Peret" userId="ac83f32d-7c31-4e6d-82c8-e69e1cf9481f" providerId="ADAL" clId="{2FCBD885-BAF9-4C40-9445-01537FF74556}" dt="2026-08-26T11:27:45.798" v="7" actId="478"/>
          <ac:spMkLst>
            <pc:docMk/>
            <pc:sldMk cId="3031437941" sldId="268"/>
            <ac:spMk id="3" creationId="{16DC5237-A4CE-96E9-1374-5F2B0061BC86}"/>
          </ac:spMkLst>
        </pc:spChg>
        <pc:spChg chg="add mod">
          <ac:chgData name="Clemence Peret" userId="ac83f32d-7c31-4e6d-82c8-e69e1cf9481f" providerId="ADAL" clId="{2FCBD885-BAF9-4C40-9445-01537FF74556}" dt="2026-08-26T11:28:15.483" v="63" actId="1076"/>
          <ac:spMkLst>
            <pc:docMk/>
            <pc:sldMk cId="3031437941" sldId="268"/>
            <ac:spMk id="4" creationId="{7AFEA3FE-BEA5-CAA2-C61E-DCA76449A190}"/>
          </ac:spMkLst>
        </pc:spChg>
        <pc:picChg chg="add mod">
          <ac:chgData name="Clemence Peret" userId="ac83f32d-7c31-4e6d-82c8-e69e1cf9481f" providerId="ADAL" clId="{2FCBD885-BAF9-4C40-9445-01537FF74556}" dt="2026-08-26T11:48:04.694" v="64" actId="931"/>
          <ac:picMkLst>
            <pc:docMk/>
            <pc:sldMk cId="3031437941" sldId="268"/>
            <ac:picMk id="6" creationId="{6DE670E6-4778-77FF-2144-487B5E45723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65CB-5DB7-404E-9285-CB5422C751A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4560-9CA4-4DA0-9074-23983D35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6410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65CB-5DB7-404E-9285-CB5422C751A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4560-9CA4-4DA0-9074-23983D35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091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65CB-5DB7-404E-9285-CB5422C751A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4560-9CA4-4DA0-9074-23983D35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453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65CB-5DB7-404E-9285-CB5422C751A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4560-9CA4-4DA0-9074-23983D35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640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65CB-5DB7-404E-9285-CB5422C751A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4560-9CA4-4DA0-9074-23983D35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92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65CB-5DB7-404E-9285-CB5422C751A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4560-9CA4-4DA0-9074-23983D35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28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65CB-5DB7-404E-9285-CB5422C751A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4560-9CA4-4DA0-9074-23983D35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646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65CB-5DB7-404E-9285-CB5422C751A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4560-9CA4-4DA0-9074-23983D35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0121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65CB-5DB7-404E-9285-CB5422C751A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4560-9CA4-4DA0-9074-23983D35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09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65CB-5DB7-404E-9285-CB5422C751A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4560-9CA4-4DA0-9074-23983D35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260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65CB-5DB7-404E-9285-CB5422C751A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4560-9CA4-4DA0-9074-23983D35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35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A65CB-5DB7-404E-9285-CB5422C751A0}" type="datetimeFigureOut">
              <a:rPr lang="fr-FR" smtClean="0"/>
              <a:t>26/08/2026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D4560-9CA4-4DA0-9074-23983D35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909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affiche, machine&#10;&#10;Le contenu généré par l’IA peut être incorrect.">
            <a:extLst>
              <a:ext uri="{FF2B5EF4-FFF2-40B4-BE49-F238E27FC236}">
                <a16:creationId xmlns:a16="http://schemas.microsoft.com/office/drawing/2014/main" id="{D0CB4410-5561-9A36-2EC8-11AC78F4C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203"/>
            <a:ext cx="6858000" cy="969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89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4DBA2-0BD1-084A-902E-63074674F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71CFB06-D5FF-6BB3-8E0E-4A0711CD4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203"/>
            <a:ext cx="6858000" cy="969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51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225C0-717F-198B-90C4-BE5135842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399B13B-7B69-B77C-5597-093A15E8F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203"/>
            <a:ext cx="6858000" cy="969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28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DEEF713-F1EC-411F-A62D-D867867BD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929"/>
            <a:ext cx="6858000" cy="970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44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A2B68-99CF-CD8A-B60D-3B04E0B14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6E2D1BAD-2CE2-84A1-FDDF-BCA038F37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203"/>
            <a:ext cx="6858000" cy="969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5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A29DB-7E37-49A3-BA94-906EC5B60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lettre&#10;&#10;Le contenu généré par l’IA peut être incorrect.">
            <a:extLst>
              <a:ext uri="{FF2B5EF4-FFF2-40B4-BE49-F238E27FC236}">
                <a16:creationId xmlns:a16="http://schemas.microsoft.com/office/drawing/2014/main" id="{ADBF96CF-F087-252D-3D2A-439BA0B54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203"/>
            <a:ext cx="6858000" cy="969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56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33B6-D9DC-F668-9687-2CF1E8DCE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lettre&#10;&#10;Le contenu généré par l’IA peut être incorrect.">
            <a:extLst>
              <a:ext uri="{FF2B5EF4-FFF2-40B4-BE49-F238E27FC236}">
                <a16:creationId xmlns:a16="http://schemas.microsoft.com/office/drawing/2014/main" id="{6E84495A-BF8D-2DBB-140D-47DB9B54D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203"/>
            <a:ext cx="6858000" cy="969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439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036B3-F95D-EB8F-E52D-88B51E347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19ADDCF-5354-32F5-6D11-02F4C2272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203"/>
            <a:ext cx="6858000" cy="969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97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31E4E-EF0D-A02F-7852-9A1344FE5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5450C5B9-832F-1810-10F7-E40AB2871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203"/>
            <a:ext cx="6858000" cy="969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63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65BEE-311F-7BA8-E19A-524419E2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lettre, document&#10;&#10;Le contenu généré par l’IA peut être incorrect.">
            <a:extLst>
              <a:ext uri="{FF2B5EF4-FFF2-40B4-BE49-F238E27FC236}">
                <a16:creationId xmlns:a16="http://schemas.microsoft.com/office/drawing/2014/main" id="{8F84980C-6F4D-3FD1-5303-2942A11D8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203"/>
            <a:ext cx="6858000" cy="969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2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1A21B-B784-C35E-4F6D-B7A32E748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aractère coloré, cercle, Dessin d’enfant, dessin&#10;&#10;Le contenu généré par l’IA peut être incorrect.">
            <a:extLst>
              <a:ext uri="{FF2B5EF4-FFF2-40B4-BE49-F238E27FC236}">
                <a16:creationId xmlns:a16="http://schemas.microsoft.com/office/drawing/2014/main" id="{8CFAE5E5-9A35-AA8D-A078-2ED34CA33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366793" y="1970975"/>
            <a:ext cx="11937434" cy="671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148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AFEA3FE-BEA5-CAA2-C61E-DCA76449A190}"/>
              </a:ext>
            </a:extLst>
          </p:cNvPr>
          <p:cNvSpPr txBox="1"/>
          <p:nvPr/>
        </p:nvSpPr>
        <p:spPr>
          <a:xfrm>
            <a:off x="1757363" y="1271588"/>
            <a:ext cx="381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Entraîne-toi avant le contrôle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DE670E6-4778-77FF-2144-487B5E457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379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3943</TotalTime>
  <Words>4</Words>
  <Application>Microsoft Office PowerPoint</Application>
  <PresentationFormat>Format A4 (210 x 297 mm)</PresentationFormat>
  <Paragraphs>1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Clemence Peret</dc:creator>
  <cp:lastModifiedBy>Clemence Peret</cp:lastModifiedBy>
  <cp:revision>1</cp:revision>
  <cp:lastPrinted>2025-12-02T15:16:58Z</cp:lastPrinted>
  <dcterms:created xsi:type="dcterms:W3CDTF">2025-12-01T15:01:33Z</dcterms:created>
  <dcterms:modified xsi:type="dcterms:W3CDTF">2026-08-26T11:48:06Z</dcterms:modified>
</cp:coreProperties>
</file>